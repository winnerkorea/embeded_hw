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f332dbc3be4403" /><Relationship Type="http://schemas.openxmlformats.org/officeDocument/2006/relationships/extended-properties" Target="/docProps/app.xml" Id="Rf7b7f79e921d4594" /><Relationship Type="http://schemas.openxmlformats.org/officeDocument/2006/relationships/officeDocument" Target="/ppt/presentation.xml" Id="Rd1c97685fe1749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8b439ea1c143bc"/>
  </p:sldMasterIdLst>
  <p:notesMasterIdLst>
    <p:notesMasterId xmlns:r="http://schemas.openxmlformats.org/officeDocument/2006/relationships" r:id="Racc53ad1b5d641b6"/>
  </p:notesMasterIdLst>
  <p:sldIdLst>
    <p:sldId xmlns:r="http://schemas.openxmlformats.org/officeDocument/2006/relationships" id="256" r:id="R6bd10e32f0814ee9"/>
    <p:sldId xmlns:r="http://schemas.openxmlformats.org/officeDocument/2006/relationships" id="257" r:id="Rb73b2eb0c8294bbd"/>
    <p:sldId xmlns:r="http://schemas.openxmlformats.org/officeDocument/2006/relationships" id="258" r:id="R350b7996eb254995"/>
    <p:sldId xmlns:r="http://schemas.openxmlformats.org/officeDocument/2006/relationships" id="259" r:id="R9845499c8619485a"/>
    <p:sldId xmlns:r="http://schemas.openxmlformats.org/officeDocument/2006/relationships" id="260" r:id="R047ef1f2b5f14012"/>
    <p:sldId xmlns:r="http://schemas.openxmlformats.org/officeDocument/2006/relationships" id="261" r:id="Rc1c2faf8e4534457"/>
    <p:sldId xmlns:r="http://schemas.openxmlformats.org/officeDocument/2006/relationships" id="262" r:id="Rad26820e36354b6a"/>
    <p:sldId xmlns:r="http://schemas.openxmlformats.org/officeDocument/2006/relationships" id="263" r:id="R20e923eb653f45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dcc81633094c61" /><Relationship Type="http://schemas.openxmlformats.org/officeDocument/2006/relationships/slideMaster" Target="/ppt/slideMasters/slideMaster1.xml" Id="R198b439ea1c143bc" /><Relationship Type="http://schemas.openxmlformats.org/officeDocument/2006/relationships/notesMaster" Target="/ppt/notesMasters/notesMaster1.xml" Id="Racc53ad1b5d641b6" /><Relationship Type="http://schemas.openxmlformats.org/officeDocument/2006/relationships/presProps" Target="/ppt/presProps.xml" Id="Rac3999056ca4429b" /><Relationship Type="http://schemas.openxmlformats.org/officeDocument/2006/relationships/tableStyles" Target="/ppt/tableStyles.xml" Id="Rd247ee8612904920" /><Relationship Type="http://schemas.openxmlformats.org/officeDocument/2006/relationships/slide" Target="/ppt/slides/slide1.xml" Id="R6bd10e32f0814ee9" /><Relationship Type="http://schemas.openxmlformats.org/officeDocument/2006/relationships/slide" Target="/ppt/slides/slide2.xml" Id="Rb73b2eb0c8294bbd" /><Relationship Type="http://schemas.openxmlformats.org/officeDocument/2006/relationships/slide" Target="/ppt/slides/slide3.xml" Id="R350b7996eb254995" /><Relationship Type="http://schemas.openxmlformats.org/officeDocument/2006/relationships/slide" Target="/ppt/slides/slide4.xml" Id="R9845499c8619485a" /><Relationship Type="http://schemas.openxmlformats.org/officeDocument/2006/relationships/slide" Target="/ppt/slides/slide5.xml" Id="R047ef1f2b5f14012" /><Relationship Type="http://schemas.openxmlformats.org/officeDocument/2006/relationships/slide" Target="/ppt/slides/slide6.xml" Id="Rc1c2faf8e4534457" /><Relationship Type="http://schemas.openxmlformats.org/officeDocument/2006/relationships/slide" Target="/ppt/slides/slide7.xml" Id="Rad26820e36354b6a" /><Relationship Type="http://schemas.openxmlformats.org/officeDocument/2006/relationships/slide" Target="/ppt/slides/slide8.xml" Id="R20e923eb653f45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5da4e961ef41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022237daaa433a" /><Relationship Type="http://schemas.openxmlformats.org/officeDocument/2006/relationships/notesMaster" Target="/ppt/notesMasters/notesMaster1.xml" Id="R06e011590d4e4c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99418429924be3" /><Relationship Type="http://schemas.openxmlformats.org/officeDocument/2006/relationships/notesMaster" Target="/ppt/notesMasters/notesMaster1.xml" Id="R3724d3c8e0e547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d673502a1e486e" /><Relationship Type="http://schemas.openxmlformats.org/officeDocument/2006/relationships/notesMaster" Target="/ppt/notesMasters/notesMaster1.xml" Id="Rf79b6510138543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a5bef7dc3449f8" /><Relationship Type="http://schemas.openxmlformats.org/officeDocument/2006/relationships/notesMaster" Target="/ppt/notesMasters/notesMaster1.xml" Id="Rb7e9bd417c4f4d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429bb19ed84b40" /><Relationship Type="http://schemas.openxmlformats.org/officeDocument/2006/relationships/notesMaster" Target="/ppt/notesMasters/notesMaster1.xml" Id="Rd793923a21e548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c1980eda4c47d7" /><Relationship Type="http://schemas.openxmlformats.org/officeDocument/2006/relationships/notesMaster" Target="/ppt/notesMasters/notesMaster1.xml" Id="R9ba08bd98e0d4e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e48d08b4c744c2" /><Relationship Type="http://schemas.openxmlformats.org/officeDocument/2006/relationships/notesMaster" Target="/ppt/notesMasters/notesMaster1.xml" Id="R37b90f1dd1ef4d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bdf6cfaec1456e" /><Relationship Type="http://schemas.openxmlformats.org/officeDocument/2006/relationships/notesMaster" Target="/ppt/notesMasters/notesMaster1.xml" Id="Rc87bf4b9b98849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273-300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273-276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276-281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281-282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282-285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285-286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286-289, Figure 7.1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/Users/winnerkorea/Downloads/Embedded Hardware_ Know It All ( PDFDrive ).pdf</a:t>
            </a:r>
          </a:p>
          <a:p xmlns:a="http://schemas.openxmlformats.org/drawingml/2006/main">
            <a:r>
              <a:t>Chapter 7, pp. 289-300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e5786bb834d9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930bbb94f47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c3248643c426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984241464419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9cd5b5eca43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14e95a6a7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C705A5-AD60-4474-ABC5-E99BA7CBFD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597C225-36F5-4E6D-AB24-EDA118CF2F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8BDFB52-23CB-447E-B07B-4356A9700F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85CBC1-9F05-4F81-AE5E-01C7060F96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3E4BDA-FFB9-44A6-8B3A-5DD5CE181C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289A71-8FC5-458A-9EEB-A9D7976E4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92833C-CD9D-4062-91B8-EED780AC5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3CF869-B223-4678-A077-7F2E9E3D9E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CC4E83-2C9E-4978-9FFF-980ABC5843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7B8336-9096-4146-8902-25DC1307F3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c3068bf11e4505" /><Relationship Type="http://schemas.openxmlformats.org/officeDocument/2006/relationships/slideLayout" Target="/ppt/slideLayouts/slideLayout1.xml" Id="Re3f75b7f94d54f85" /><Relationship Type="http://schemas.openxmlformats.org/officeDocument/2006/relationships/slideLayout" Target="/ppt/slideLayouts/slideLayout2.xml" Id="R14d5aa618f3949cb" /><Relationship Type="http://schemas.openxmlformats.org/officeDocument/2006/relationships/slideLayout" Target="/ppt/slideLayouts/slideLayout3.xml" Id="Rab418f1750f7496c" /><Relationship Type="http://schemas.openxmlformats.org/officeDocument/2006/relationships/slideLayout" Target="/ppt/slideLayouts/slideLayout4.xml" Id="Reb77a35d71154298" /><Relationship Type="http://schemas.openxmlformats.org/officeDocument/2006/relationships/slideLayout" Target="/ppt/slideLayouts/slideLayout5.xml" Id="R6ad245850747489f" /><Relationship Type="http://schemas.openxmlformats.org/officeDocument/2006/relationships/slideLayout" Target="/ppt/slideLayouts/slideLayout6.xml" Id="R6980f95704f143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f75b7f94d54f85"/>
    <p:sldLayoutId xmlns:r="http://schemas.openxmlformats.org/officeDocument/2006/relationships" id="2147483650" r:id="R14d5aa618f3949cb"/>
    <p:sldLayoutId xmlns:r="http://schemas.openxmlformats.org/officeDocument/2006/relationships" id="2147483651" r:id="Rab418f1750f7496c"/>
    <p:sldLayoutId xmlns:r="http://schemas.openxmlformats.org/officeDocument/2006/relationships" id="2147483652" r:id="Reb77a35d71154298"/>
    <p:sldLayoutId xmlns:r="http://schemas.openxmlformats.org/officeDocument/2006/relationships" id="2147483653" r:id="R6ad245850747489f"/>
    <p:sldLayoutId xmlns:r="http://schemas.openxmlformats.org/officeDocument/2006/relationships" id="2147483654" r:id="R6980f95704f143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ffd40ec39a468b" /><Relationship Type="http://schemas.openxmlformats.org/officeDocument/2006/relationships/image" Target="/ppt/media/image.png" Id="R9ff65559df5f476f" /><Relationship Type="http://schemas.openxmlformats.org/officeDocument/2006/relationships/notesSlide" Target="/ppt/notesSlides/notesSlide1.xml" Id="R980c06148a0044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bfdce4d7e4f59" /><Relationship Type="http://schemas.openxmlformats.org/officeDocument/2006/relationships/notesSlide" Target="/ppt/notesSlides/notesSlide2.xml" Id="Re35b717ad6524b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f867df90ee45c3" /><Relationship Type="http://schemas.openxmlformats.org/officeDocument/2006/relationships/notesSlide" Target="/ppt/notesSlides/notesSlide3.xml" Id="R7b221b1aa30a43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b02f5480454a68" /><Relationship Type="http://schemas.openxmlformats.org/officeDocument/2006/relationships/image" Target="/ppt/media/image2.png" Id="Rc1da33859f224a47" /><Relationship Type="http://schemas.openxmlformats.org/officeDocument/2006/relationships/notesSlide" Target="/ppt/notesSlides/notesSlide4.xml" Id="Rc32e2d25973445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3d9ecd62d74fdc" /><Relationship Type="http://schemas.openxmlformats.org/officeDocument/2006/relationships/notesSlide" Target="/ppt/notesSlides/notesSlide5.xml" Id="Rff543f287dfd4d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efd0aa499416e" /><Relationship Type="http://schemas.openxmlformats.org/officeDocument/2006/relationships/notesSlide" Target="/ppt/notesSlides/notesSlide6.xml" Id="Rbfb239be9d614a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eddfe602c4963" /><Relationship Type="http://schemas.openxmlformats.org/officeDocument/2006/relationships/image" Target="/ppt/media/image3.png" Id="Rd97c4ab6e56445a2" /><Relationship Type="http://schemas.openxmlformats.org/officeDocument/2006/relationships/notesSlide" Target="/ppt/notesSlides/notesSlide7.xml" Id="R8ca9367db1824e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08238d332448e3" /><Relationship Type="http://schemas.openxmlformats.org/officeDocument/2006/relationships/notesSlide" Target="/ppt/notesSlides/notesSlide8.xml" Id="Rca3da3ca39db48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0C4BF-D8E9-4F03-9DA0-E824011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47F88-C132-4AB4-B955-491E3C8D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16CD7-A7A1-4700-8B5D-1BBB3603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BFFE7-19EA-4726-98DA-74B01F5F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MCU 선택은 사양표 한 줄이 아니라 제품의 전체 개발 조건을 결정한다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6801C-6272-43CB-81CD-43D30409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00062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필요한 주변장치와 성능을 충족하는지 먼저 확인한다.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소량 구매, 데이터시트 공개, 평가보드 가격과 기술지원까지 함께 본다.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현재 가격보다 장기 공급 가능성과 다른 부품으로의 이식성을 중요하게 평가한다.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완벽한 부품을 찾는 데 시간을 쓰기보다 일정 안에 구현 가능한 선택을 내린다.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2F1F4-F7FC-44E6-9BB0-DFB873CF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66750"/>
            <a:ext cx="4476750" cy="528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C21C7-AB8E-4C05-87A9-BAB3A7B53C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f65559df5f476f"/>
          <a:srcRect xmlns:a="http://schemas.openxmlformats.org/drawingml/2006/main" l="2000" t="4000" r="2000" b="2000"/>
          <a:stretch xmlns:a="http://schemas.openxmlformats.org/drawingml/2006/main"/>
        </p:blipFill>
        <p:spPr>
          <a:xfrm xmlns:a="http://schemas.openxmlformats.org/drawingml/2006/main">
            <a:off x="6715125" y="781050"/>
            <a:ext cx="419100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190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0CC48B-7D72-4492-BD18-0C7807893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15588-442F-48BE-9FFF-A66AFE7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3F7D5-F44C-48BF-BAAF-0E17F400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1327E-555B-4658-BD0D-5FFE7B5D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후보 부품은 기술 사양과 공급 위험을 같은 비중으로 걸러낸다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60891-51F6-47DF-A9AF-5A4178E2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572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주요 유통사에서 단품 주문이 가능하면 시제품과 유지보수가 쉬워진다.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데이터시트와 회로 정보가 NDA 없이 제공되어야 독립적으로 문제를 해결할 수 있다.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저가 개발 보드와 제조사 기술 담당자의 존재는 초기 시행착오를 줄인다.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OEM 공급 실적과 실제 상용 제품의 채택 여부는 단종 위험을 판단하는 단서다.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GNU 툴체인 지원은 컴파일러 비용과 특정 업체 종속을 낮춘다.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80038-1773-42C7-8887-2C4A5927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선택 목표: 최고의 부품보다 끝까지 개발하고 생산할 수 있는 부품</a:t>
            </a:r>
          </a:p>
        </p:txBody>
      </p:sp>
    </p:spTree>
    <p:extLst>
      <p:ext uri="{BB962C8B-B14F-4D97-AF65-F5344CB8AC3E}">
        <p14:creationId xmlns:p14="http://schemas.microsoft.com/office/powerpoint/2010/main" val="7286899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77C08-4356-4F9A-925F-EE1169C4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9ED3C-6355-46F7-BD8C-9F97D845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7028B-3072-446F-862E-F118374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19DD28-55ED-47D1-A5E6-D4A72D16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코어 선택은 성능뿐 아니라 이식성, 전력, 개발비의 균형 문제다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AE65D-2AE2-40E3-8727-535A4345DB2C}"/>
              </a:ext>
            </a:extLst>
          </p:cNvPr>
          <p:cNvGraphicFramePr/>
          <p:nvPr/>
        </p:nvGraphicFramePr>
        <p:xfrm>
          <a:off xmlns:a="http://schemas.openxmlformats.org/drawingml/2006/main" x="762000" y="1190625"/>
          <a:ext xmlns:a="http://schemas.openxmlformats.org/drawingml/2006/main" cx="10477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  <a:gridCol w="2619375"/>
                <a:gridCol w="2619375"/>
              </a:tblGrid>
              <a:tr h="742950">
                <a:tc>
                  <a:txBody>
                    <a:bodyPr/>
                    <a:lstStyle/>
                    <a:p>
                      <a:r>
                        <a:t>코어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주요 장점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주의점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적합한 상황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x86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운영체제와 드라이버가 풍부함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전력·발열·복잡한 부트 구조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소량 제품, 기능 시제품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MIPS / SuperH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검증된 RISC 생태계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저가 보드와 소량 부품 확보가 어려움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해당 칩셋이 요구되는 제품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PowerPC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높은 성능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보드와 개발환경 비용이 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고성능 산업용 시스템</a:t>
                      </a:r>
                    </a:p>
                  </a:txBody>
                  <a:tcPr marL="91440" marR="91440" marT="45720" marB="45720"/>
                </a:tc>
              </a:tr>
              <a:tr h="742950">
                <a:tc>
                  <a:txBody>
                    <a:bodyPr/>
                    <a:lstStyle/>
                    <a:p>
                      <a:r>
                        <a:t>ARM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저전력, 다양한 공급사와 SoC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제품별 주변장치 차이는 확인 필요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범용 32비트 임베디드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CA07C1-5A8F-4894-AC80-D136A962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책은 대중적인 코어를 선택하면 특정 MCU가 단종되어도 포팅 부담을 줄일 수 있다고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344642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BFAF-C01B-4904-B3CE-9B87B9BF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E9AA9-1E78-49BD-BD0C-32509177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DEB3A-4EA1-41EE-A744-BA1BADA9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C29DCE-592E-4617-8B22-7C8954B0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구하기 어려운 전용 칩의 기능은 FPGA에서 필요한 만큼 구현할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637A3-BDA9-4EB5-B883-6BF87165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547687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UART, 메모리 컨트롤러, 영상 처리기와 같은 사용자 정의 주변장치를 만든다.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범용 FPGA는 전용 ASSP보다 소량 구매와 설계 변경이 쉽다.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무료 HDL 도구와 공개 코어를 활용하면 개발비를 줄일 수 있다.</a:t>
            </a:r>
          </a:p>
          <a:p xmlns:a="http://schemas.openxmlformats.org/drawingml/2006/main">
            <a:pPr marL="228600" indent="-114300">
              <a:spcAft>
                <a:spcPts val="13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이미 FPGA가 필요한 시스템이라면 남는 논리와 I/O를 다른 기능에 활용할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2B0407-DDCF-4724-80C7-436F2659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38250"/>
            <a:ext cx="4095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1165E-089B-4F5F-9D95-F4BAEDF654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da33859f224a47"/>
          <a:srcRect xmlns:a="http://schemas.openxmlformats.org/drawingml/2006/main" l="2000" t="15000" r="2000" b="25000"/>
          <a:stretch xmlns:a="http://schemas.openxmlformats.org/drawingml/2006/main"/>
        </p:blipFill>
        <p:spPr>
          <a:xfrm xmlns:a="http://schemas.openxmlformats.org/drawingml/2006/main">
            <a:off x="6905625" y="1381125"/>
            <a:ext cx="3810000" cy="3714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2DC4-57A1-4762-BA03-97C7C4D1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38162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FPGA는 기능을 직접 합성할 수 있지만 HDL 설계 역량과 검증 비용이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1681673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AC086-389A-4165-9341-C424D434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BCD75-F5FB-4D3D-AD4C-76D93275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874D6-1E4F-400D-87B4-D94307E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7A57E-25A8-48B2-894F-77A2DFC3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개발 보드는 팀 규모와 최종 하드웨어의 차이를 기준으로 선택한다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550F4D-A20C-4B0D-BFE1-73E73374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평가보드: 검증된 하드웨어에서 펌웨어를 먼저 개발할 수 있지만 가격과 확장 제약이 있다.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기존 제품 재활용: 일회성 시제품에 유리하지만 메모리맵과 부트 방식을 역설계해야 한다.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자체 PCB: 최종 제품과 같은 조건에서 개발할 수 있지만 보드 오류가 소프트웨어 일정까지 멈춘다.</a:t>
            </a:r>
          </a:p>
          <a:p xmlns:a="http://schemas.openxmlformats.org/drawingml/2006/main">
            <a:pPr marL="228600" indent="-114300">
              <a:spcAft>
                <a:spcPts val="14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필요 기능을 평가보드에 연결하기 어렵다면 자체 PCB가 오히려 효율적일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0BE41-AC0C-470D-A96E-01DDE007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76875"/>
            <a:ext cx="1019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하드웨어와 펌웨어를 동시에 디버깅하는 방식은 자유도가 높지만 첫 PCB 검토가 특히 중요하다.</a:t>
            </a:r>
          </a:p>
        </p:txBody>
      </p:sp>
    </p:spTree>
    <p:extLst>
      <p:ext uri="{BB962C8B-B14F-4D97-AF65-F5344CB8AC3E}">
        <p14:creationId xmlns:p14="http://schemas.microsoft.com/office/powerpoint/2010/main" val="7161018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57799-3650-4EB1-8453-89D0F1A0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4CE21-ACD8-4D7B-BF5C-B509394B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CCFBD-BD47-4B20-BB70-3A4AC884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C1714-D31D-44AD-978B-ED66DA3C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기본 계측기는 고가 장비보다 자주 사용되고 설계 문제를 직접 보여준다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E3214-9DA6-4399-ADD9-EF51553F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멀티미터는 전압, 저항과 전원 단락을 가장 먼저 확인하는 도구다.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오실로스코프는 충분한 대역폭과 다양한 트리거 기능을 우선한다.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전류 제한형 전원공급기는 새 보드의 과전류 손상을 줄인다.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확대경과 온도조절 인두는 표면실장 부품 작업의 기본 장비다.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PC용 저가 오실로스코프는 제한된 ADC 성능 때문에 신호를 잘못 보여줄 수 있다.</a:t>
            </a:r>
          </a:p>
        </p:txBody>
      </p:sp>
    </p:spTree>
    <p:extLst>
      <p:ext uri="{BB962C8B-B14F-4D97-AF65-F5344CB8AC3E}">
        <p14:creationId xmlns:p14="http://schemas.microsoft.com/office/powerpoint/2010/main" val="786089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32EB5-23D3-412C-88FD-F37BAF5B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A9CE26-6ACE-454D-B076-156CF61C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6DC4A-4DF2-440C-9968-1B927F39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64521-907B-4AFA-8C47-6753F665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32비트 개발은 고수준 언어와 JTAG 중심의 디버깅 흐름을 사용한다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6B5BFE-2AA8-4FFE-B4D5-AD0C6F09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5238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캐시와 파이프라인 때문에 전체 코드를 어셈블리로 수동 최적화하기 어렵다.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컴파일러 최적화를 우선 적용하고 프로파일링으로 확인된 병목만 수정한다.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JTAG은 CPU를 정지하고 레지스터, 메모리와 주변장치 상태를 직접 확인한다.</a:t>
            </a:r>
          </a:p>
          <a:p xmlns:a="http://schemas.openxmlformats.org/drawingml/2006/main">
            <a:pPr marL="228600" indent="-114300">
              <a:spcAft>
                <a:spcPts val="1200"/>
              </a:spcAft>
              <a:buChar char="•"/>
              <a:def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빈 Flash가 장착된 새 보드에도 초기 코드를 기록할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E24781-8B0E-4B1C-BD53-14A3FF07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04875"/>
            <a:ext cx="476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58773C-FA5B-43B9-A37F-B97EAA427A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c4ab6e56445a2"/>
          <a:srcRect xmlns:a="http://schemas.openxmlformats.org/drawingml/2006/main" l="12000" t="14000" r="12000" b="50000"/>
          <a:stretch xmlns:a="http://schemas.openxmlformats.org/drawingml/2006/main"/>
        </p:blipFill>
        <p:spPr>
          <a:xfrm xmlns:a="http://schemas.openxmlformats.org/drawingml/2006/main">
            <a:off x="6619875" y="1047750"/>
            <a:ext cx="4476750" cy="4286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985CC-A6D9-4100-97FD-CF03C4D9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81625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Figure 7.1. JTAG Wiggler는 프로세서 상태와 하드웨어 레지스터를 직접 다루는 디버거다.</a:t>
            </a:r>
          </a:p>
        </p:txBody>
      </p:sp>
    </p:spTree>
    <p:extLst>
      <p:ext uri="{BB962C8B-B14F-4D97-AF65-F5344CB8AC3E}">
        <p14:creationId xmlns:p14="http://schemas.microsoft.com/office/powerpoint/2010/main" val="9854608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8B335-8171-4BE3-B293-512F2D7B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6D939-9B13-48A1-81D7-C4BB5C9D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00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CHAPTER 7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37063-6D39-4D32-9728-4CBC835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008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B6875"/>
                </a:solidFill>
                <a:latin typeface="Apple SD Gothic Neo"/>
                <a:ea typeface="Apple SD Gothic Neo"/>
                <a:cs typeface="Apple SD Gothic Neo"/>
              </a:rPr>
              <a:t>Embedded Hardware: Know It 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E341B-81C6-48DE-BEF8-A8937F62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176B9B"/>
                </a:solidFill>
                <a:latin typeface="Apple SD Gothic Neo"/>
                <a:ea typeface="Apple SD Gothic Neo"/>
                <a:cs typeface="Apple SD Gothic Neo"/>
              </a:rPr>
              <a:t>운영체제와 오픈소스 라이선스는 제품 구조와 공개 범위를 함께 결정한다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62760C-E461-4093-9B89-F1F64869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4775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defPPr>
          </a:lstStyle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Linux는 하드웨어 지원이 풍부하지만 MMU, 실시간성, GPL 의무를 검토해야 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uClinux는 MMU가 없는 프로세서를 대상으로 하고 eCos는 임베디드용 모듈 구성을 제공한다.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NetBSD 계열 라이선스는 상용 코드 공개 부담이 상대적으로 적다.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GPL 코드와 자체 애플리케이션의 경계를 초기 설계부터 명확하게 유지한다.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사용한 코드, 라이브러리, 글꼴과 라이선스 사본을 감사 문서로 관리한다.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>
                <a:solidFill>
                  <a:srgbClr val="18212B"/>
                </a:solidFill>
                <a:latin typeface="Apple SD Gothic Neo"/>
                <a:ea typeface="Apple SD Gothic Neo"/>
                <a:cs typeface="Apple SD Gothic Neo"/>
              </a:rPr>
              <a:t>오픈소스 라이선스를 지켜도 구현 알고리즘의 특허 문제는 별도로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5682561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2026-10-07T21:13:19.7040000Z</dcterms:created>
  <dcterms:modified xsi:type="dcterms:W3CDTF">2026-10-07T21:13:19.7040000Z</dcterms:modified>
</coreProperties>
</file>